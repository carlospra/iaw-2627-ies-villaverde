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sesión. Presentación breve; después equipos, máquina virtual a punto y, en la última hora, ejercicios que ya cuentan.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Equipos: los formo yo, mezclando en cada uno a alguien que se maneje con Linux. Pueden ajustarse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ES_VILLAVER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44745"/>
            <a:ext cx="9144000" cy="97841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8046720" cy="32004"/>
          </a:xfrm>
          <a:prstGeom prst="rect">
            <a:avLst/>
          </a:prstGeom>
          <a:solidFill>
            <a:srgbClr val="62A36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58952"/>
            <a:ext cx="8046720" cy="32004"/>
          </a:xfrm>
          <a:prstGeom prst="rect">
            <a:avLst/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0376 Implantación de Aplicaciones Web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módulo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Profesor: Carlos Fernández Pradales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cfp269@educa.madrid.org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8046720" cy="32004"/>
          </a:xfrm>
          <a:prstGeom prst="rect">
            <a:avLst/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483864"/>
            <a:ext cx="8046720" cy="32004"/>
          </a:xfrm>
          <a:prstGeom prst="rect">
            <a:avLst/>
          </a:prstGeom>
          <a:solidFill>
            <a:srgbClr val="62A36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2º ASIR · Curso 2026-2027 · IES Villaverde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3B3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0" y="300000"/>
            <a:ext cx="9144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2A36C"/>
                </a:solidFill>
                <a:latin typeface="Courier New"/>
              </a:rPr>
              <a:t>alumno@iaw</a:t>
            </a:r>
            <a:r>
              <a:rPr sz="1400" b="0">
                <a:solidFill>
                  <a:srgbClr val="B3B3B3"/>
                </a:solidFill>
                <a:latin typeface="Courier New"/>
              </a:rPr>
              <a:t>:~$ </a:t>
            </a:r>
            <a:r>
              <a:rPr sz="1400" b="0">
                <a:solidFill>
                  <a:srgbClr val="FFFFFF"/>
                </a:solidFill>
                <a:latin typeface="Courier New"/>
              </a:rPr>
              <a:t>sudo systemctl start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qué vamos a hablar hoy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10896" y="123444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31089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este módulo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08576" y="123444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60857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38928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trabajo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0896" y="185623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1089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Temporalización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08576" y="185623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60857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0896" y="2478024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10896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478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08576" y="2478024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608576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478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de cada unidad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0896" y="3099816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108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099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y el coordinador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08576" y="3099816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60857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138928" y="3099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Entregas, copia y plagio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10896" y="3721608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10896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608576" y="3721608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608576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138928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10896" y="434340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310896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" y="4343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y materiales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608576" y="434340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F3F3F3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4608576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138928" y="4343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 a ir la clase de hoy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horas: ninguna explicación mía pasa de 15 minutos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170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310896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1704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módulo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1704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" y="1645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10896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1645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evalúa y cómo trabajamos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459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" y="212140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10896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" y="21214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y coordinador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1214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" y="25968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10896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" y="25968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una aplicación web y demostración: «It works!»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9689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" y="307238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10896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" y="30723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Proyecto, sesión 1: tu servidor, en equipo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07238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" y="35478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10896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" y="35478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Ejercicios: cliente, servidor y HTTP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54787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896" y="4206240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39496" y="4206240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solo se califican los ejercicios de la última hora. El cuaderno del proyecto, al final del proyecto.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este módulo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Implantación de aplicaciones web: módulo de 2º de ASIR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28016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93776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seguidas cada martes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28016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447288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trabajo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aprendizaje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" y="24688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le sirve este módulo a un administrador de sistemas: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" y="2788920"/>
            <a:ext cx="8522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servidores web y de bases de datos: Apache, MySQL y PHP.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y administrar gestores de contenidos como WordPress.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aplicaciones web para la empresa, como Nextcloud.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 de 18:15 a 21:00.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trabajo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" y="1234440"/>
          <a:ext cx="8522208" cy="2320000"/>
        </p:xfrm>
        <a:graphic>
          <a:graphicData uri="http://schemas.openxmlformats.org/drawingml/2006/table">
            <a:tbl>
              <a:tblPr/>
              <a:tblGrid>
                <a:gridCol w="914400"/>
                <a:gridCol w="5870448"/>
                <a:gridCol w="1737360"/>
              </a:tblGrid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Evalúa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420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Instalación de servidores de aplicaciones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Programación web en el servidor con PHP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bases de datos desde PHP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Instalación de gestores de contenidos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Administración de gestores de contenidos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Adaptación de gestores de contenidos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Aplicaciones de ofimática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10896" y="4000000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39496" y="4000000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unidad evalúa un RA completo. El orden no sigue su número: primero PHP y bases de datos, porque los gestores de contenidos funcionan sobre ellos.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Temporalización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previsto de los periodos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" y="1280160"/>
          <a:ext cx="852220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230368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4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UT0 presentación y equipos, UT1, UT2 y UT3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UT4, UT5, UT6 y UT7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de formación en empresa, desde marzo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10896" y="2926080"/>
            <a:ext cx="8522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termina cuando el grupo sale a la fase de formación en empresa.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periodos son una estimación: se ajustarán cuando se confirme la fecha de salida.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10896" y="3931920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3931920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cerrar cada unidad revisaremos el calendario, y os avisaré en el aula virtual de cualquier cambio.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vamos a trabajar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explico más de 15 minutos seguidos: aquí se aprende montando servidores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234440"/>
            <a:ext cx="8522208" cy="603504"/>
          </a:xfrm>
          <a:prstGeom prst="roundRect">
            <a:avLst>
              <a:gd name="adj" fmla="val 9091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39496" y="12344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Martes, 18:15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2344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Teoría corta y ejercicio corto, alternando. Individual.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" y="1892808"/>
            <a:ext cx="8522208" cy="603504"/>
          </a:xfrm>
          <a:prstGeom prst="roundRect">
            <a:avLst>
              <a:gd name="adj" fmla="val 9091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9496" y="189280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Martes, 19:10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89280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en equipo, pero cada uno en su máquina virtual.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" y="2551176"/>
            <a:ext cx="8522208" cy="603504"/>
          </a:xfrm>
          <a:prstGeom prst="roundRect">
            <a:avLst>
              <a:gd name="adj" fmla="val 9091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39496" y="255117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Martes, 20:05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55117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Seguimos con el proyecto, o ejercicio corto si vamos adelantados.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" y="3273552"/>
            <a:ext cx="8522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ejercicios son cortos: comprobar, configurar o corregir algo en tu servidor.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ejercicios se suben al aula virtual al terminar la sesión y todos cuentan para la nota.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" y="4261104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39496" y="4261104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ordenadores del aula son compartidos y se pueden formatear: guarda tu máquina virtual al acabar.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califica por resultados de aprendizaje y criterios de evaluación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280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93776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de clase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Todos. La nota sale del total de ejercicios de la unidad.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4408" y="1280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47288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en equipo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propio servidor, con tu caso de uso.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Individual, al cerrar la unidad: cuestionario y parte práctica.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" y="2880360"/>
            <a:ext cx="8522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nota de cada RA se cierra al acabar su unidad y ya no se vuelve a tocar.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que superar los siete RA: si queda uno sin superar, el módulo no está aprobado aunque la media dé 5.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" y="3840480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39496" y="3840480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es el reparto del RA1. Cada RA tiene el suyo, por escrito al empezar su unidad. Los simulacros no cuentan.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0896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Redondeo al alza salvo entre 4 y 5: una nota de 4,7 es un 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de cada unidad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trabaja en equipo, de principio a fin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280160"/>
            <a:ext cx="2743200" cy="2423160"/>
          </a:xfrm>
          <a:prstGeom prst="roundRect">
            <a:avLst>
              <a:gd name="adj" fmla="val 2264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93776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9377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aula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Martes, segunda y tercera hora.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cuatro o cinco, sentados juntos.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en su máquina virtual.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doy el guion de partida.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743200" cy="2423160"/>
          </a:xfrm>
          <a:prstGeom prst="roundRect">
            <a:avLst>
              <a:gd name="adj" fmla="val 2264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47288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44728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22776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proyecto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persona monta un caso de uso: un servidor pequeño pero entero.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tareas van como tickets en el tablero del equipo.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coordinador reparte y escala los bloqueos.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2423160"/>
          </a:xfrm>
          <a:prstGeom prst="roundRect">
            <a:avLst>
              <a:gd name="adj" fmla="val 2264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842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de la entrega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sube su documentación: es su nota.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coordinador sube la carpeta del equipo.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Demostración: cada uno enseña su servidor funcionando.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0896" y="3886200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39496" y="3886200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reparto es por caso de uso, nunca por tareas: así cada persona pasa por todos los criterios del RA.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organiza cada equipo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868680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un servicio técnico de informática: tickets y tablero Kanban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280160"/>
            <a:ext cx="4114800" cy="2514600"/>
          </a:xfrm>
          <a:prstGeom prst="roundRect">
            <a:avLst>
              <a:gd name="adj" fmla="val 2182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39496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puestos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9496" y="17830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Profesor: responsable del servicio y segundo nivel. Recibe lo que el equipo no puede resolver.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Coordinador/a: jefe de equipo. Lo elige el equipo y cambia en cada unidad. En la UT1, mejor alguien que se maneje con Linux.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Técnicos: todos, coordinador incluido. Cada uno en su ordenador y su máquina virtual.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18304" y="1280160"/>
            <a:ext cx="4114800" cy="2514600"/>
          </a:xfrm>
          <a:prstGeom prst="roundRect">
            <a:avLst>
              <a:gd name="adj" fmla="val 2182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946904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el coordinador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46904" y="17830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Reparte los tickets al empezar.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 el tablero: abierto, en curso, bloqueado, cerrado.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al profesor lo que lleva más de 5 minutos bloqueado.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que todos suben su trabajo al acabar.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" y="3977640"/>
            <a:ext cx="8522208" cy="566928"/>
          </a:xfrm>
          <a:prstGeom prst="roundRect">
            <a:avLst>
              <a:gd name="adj" fmla="val 9677"/>
            </a:avLst>
          </a:prstGeom>
          <a:solidFill>
            <a:srgbClr val="EDF8EB"/>
          </a:solidFill>
          <a:ln w="12700">
            <a:solidFill>
              <a:srgbClr val="0E842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39496" y="3977640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coordinador no da ni quita nota, y trabaja igual que los demás. Todo está en el manual de trabajo en equipo.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Entregas, copia y plagio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1280160"/>
            <a:ext cx="8522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prácticas se entregan por el aula virtual, en la fecha y la forma indicadas.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Copiar, dejar copiar o usar inteligencia artificial sin autorización: cero en esa prueba o práctica.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pruebas no se entra con más de 20 minutos de retraso, ni después de que alguien haya salido.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prueba no se repite por haber faltado, salvo justificación documentada.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" y="3520440"/>
            <a:ext cx="8522208" cy="6858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9496" y="3520440"/>
            <a:ext cx="8065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Preguntar dudas, buscar en la documentación y ayudar a un compañero a entender algo no es copiar: copiar es entregar como tuyo algo que no has escrito.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 y evaluación continua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1280160"/>
            <a:ext cx="8522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continua exige asistir con regularidad: aquí se aprende montando servidores en clase.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superar un número de faltas se pierde el derecho a la evaluación continua y se pasa a la prueba final.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no sale a la primera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10896" y="1280160"/>
            <a:ext cx="8522208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9496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curso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80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RA no superados se recuperan con una prueba teórico-práctica de esos RA. La nota de la recuperación sustituye a la anterior.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" y="2304288"/>
            <a:ext cx="8522208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 ordinaria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30428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examinas solo de los RA que tengas pendientes, no de todo el módulo.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" y="3328416"/>
            <a:ext cx="8522208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 extraordinaria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32841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quien no supere la ordinaria, con los RA pendientes y un informe previo de qué repasar.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criterios prácticos pueden evaluarse con preguntas sobre el procedimiento en una prueba escrita.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y materiales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10896" y="12801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virtual con Ubuntu Server en los ordenadores del aula.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virtual del módulo: apuntes, enunciados y entregas.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USB o disco propio para guardar tu trabajo.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comprar libro.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58384" y="128016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262626"/>
          </a:solidFill>
          <a:ln w="12700">
            <a:solidFill>
              <a:srgbClr val="D6DD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0" y="1371600"/>
            <a:ext cx="3218688" cy="1051560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A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localhost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A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php -v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8.x.x (cli)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58384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y práctica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58384" y="3017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httpd.apache.org/docs · php.net/manual/es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Apuntes y tareas del aula virtual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0896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quieres montarlo en casa, VirtualBox y Ubuntu Server son gratuitos.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29184"/>
            <a:ext cx="8522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10896" y="1371600"/>
            <a:ext cx="8522208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85216" y="1554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Fernández Pradales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965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cfp269@educa.madrid.org · Aula virtual del módulo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" y="3017520"/>
            <a:ext cx="8522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formamos los equipos.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0376 Implantación de Aplicaciones Web · 2º ASIR · Curso 2026-2027 · IES Villaverde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654296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CMO.316 Programación en Python — Presentación del módulo</dc:title>
  <dc:subject>PptxGenJS Presentation</dc:subject>
  <dc:creator>Carlos Fernández Pradales</dc:creator>
  <cp:lastModifiedBy>Carlos Fernández Pradales</cp:lastModifiedBy>
  <cp:revision>1</cp:revision>
  <dcterms:created xsi:type="dcterms:W3CDTF">2026-09-21T09:42:19Z</dcterms:created>
  <dcterms:modified xsi:type="dcterms:W3CDTF">2026-09-21T09:42:19Z</dcterms:modified>
</cp:coreProperties>
</file>